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MESTRE VIRTUAL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Lojas Maçônicas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B8922E"/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A.R.L.S. Fraternidade Acadêmica de Peruíbe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3524 — G.O.B./SP · Rito Moderno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480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mestrevirtual.com.br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Desafio da Gestão Maçônica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463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 Manual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em papel ou planilhas desatualizadas de membros e presenças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64008" cy="1463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Finanças Dispersas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Mensalidades, débitos e lançamentos sem rastreamento centralizado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64008" cy="1463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Sessões sem Registro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Atas, frequências e ordens do dia perdidas ou difíceis de acessar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64008" cy="1463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Acesso Mobile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3429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indisponíveis fora da sede da loja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completo, seguro e acessível pelo celular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especialmente para a nossa loja.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37744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Membros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37744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783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Finanças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37744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7830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Sessões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237744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Frequência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3291840"/>
            <a:ext cx="237744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383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38328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3291840"/>
            <a:ext cx="237744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383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Legislação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Módulos do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Gestão de Membros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completa de cada irmão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328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maçônico e familiar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1912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e documentos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8496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graus e cargos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43000"/>
            <a:ext cx="27432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Finanças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Mensalidades e cobranças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5328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e despesas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1912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 individual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8496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financeiros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43000"/>
            <a:ext cx="27432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Sessões e Frequência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sessões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5328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presença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1912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por WhatsApp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8496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frequência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 e Controle de Acesso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Perfis de Acesso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Venerável Mestre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total ao sistema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121408"/>
            <a:ext cx="3840480" cy="0"/>
          </a:xfrm>
          <a:prstGeom prst="line">
            <a:avLst/>
          </a:prstGeom>
          <a:noFill/>
          <a:ln w="12700">
            <a:solidFill>
              <a:srgbClr val="E5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12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Secretário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Membros, sessões e frequência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42616"/>
            <a:ext cx="3840480" cy="0"/>
          </a:xfrm>
          <a:prstGeom prst="line">
            <a:avLst/>
          </a:prstGeom>
          <a:noFill/>
          <a:ln w="12700">
            <a:solidFill>
              <a:srgbClr val="E5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340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Tesoureiro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 e cobranças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63824"/>
            <a:ext cx="3840480" cy="0"/>
          </a:xfrm>
          <a:prstGeom prst="line">
            <a:avLst/>
          </a:prstGeom>
          <a:noFill/>
          <a:ln w="12700">
            <a:solidFill>
              <a:srgbClr val="E5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552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Mestre (Grau 3)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trabalhos aprovados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85032"/>
            <a:ext cx="3840480" cy="0"/>
          </a:xfrm>
          <a:prstGeom prst="line">
            <a:avLst/>
          </a:prstGeom>
          <a:noFill/>
          <a:ln w="12700">
            <a:solidFill>
              <a:srgbClr val="E5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764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Companheiro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Grau 1 e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3840480" cy="0"/>
          </a:xfrm>
          <a:prstGeom prst="line">
            <a:avLst/>
          </a:prstGeom>
          <a:noFill/>
          <a:ln w="12700">
            <a:solidFill>
              <a:srgbClr val="E5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Aprendiz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trabalhos Grau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143000"/>
            <a:ext cx="0" cy="3749040"/>
          </a:xfrm>
          <a:prstGeom prst="line">
            <a:avLst/>
          </a:prstGeom>
          <a:noFill/>
          <a:ln w="12700">
            <a:solidFill>
              <a:srgbClr val="D4C9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Proteção dos Dados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23560" y="171907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Supabase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segura em nuvem com autenticação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23560" y="24963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ataques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validado e protegido contra vulnerabilidades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23560" y="32735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pelo celular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qualquer dispositivo, sem instalar app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23560" y="40507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sempre disponíveis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de qualquer lugar com internet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Acesso pelo Celular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instalar nada. Basta abrir o navegador.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celular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ou iPhone, sem precisar instalar aplicativo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411480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23560" y="1508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seguro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irmão acessa apenas o que seu perfil permite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11480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51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2651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em tempo real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Frequência, financeiro e eventos sempre atualizados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560320"/>
            <a:ext cx="411480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651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623560" y="2651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por WhatsApp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cobrança de mensalidade direto pelo sistema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411480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94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34440" y="3794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instalação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em mestrevirtual.com.br de qualquer lugar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703320"/>
            <a:ext cx="411480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794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🖨️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23560" y="3794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impressão
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certificados e relatórios em PDF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18872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188720"/>
            <a:ext cx="64008" cy="7315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pela loja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 votação para adoção do sistema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210312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103120"/>
            <a:ext cx="64008" cy="7315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dos membros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e validação dos dados de todos os irmãos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301752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017520"/>
            <a:ext cx="64008" cy="7315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da diretoria e membros para uso do sistema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59436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393192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931920"/>
            <a:ext cx="64008" cy="7315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em sessão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presença e atas nas sessões regulares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ordem, a disciplina e o progresso começam pela organização."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MESTRE VIRTUAL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Organização, Segurança e Fraternidade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único sistema.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B8922E"/>
          </a:solidFill>
          <a:ln w="12700">
            <a:solidFill>
              <a:srgbClr val="B89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agora: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3794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mestrevirtual.com.br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com dedicação para a nossa Loja ·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Mestre Virtual — Sistema de Gestão Maçônica</dc:title>
  <dc:subject>PptxGenJS Presentation</dc:subject>
  <dc:creator>PptxGenJS</dc:creator>
  <cp:lastModifiedBy>PptxGenJS</cp:lastModifiedBy>
  <cp:revision>1</cp:revision>
  <dcterms:created xsi:type="dcterms:W3CDTF">2026-04-26T00:14:30Z</dcterms:created>
  <dcterms:modified xsi:type="dcterms:W3CDTF">2026-04-26T00:14:30Z</dcterms:modified>
</cp:coreProperties>
</file>